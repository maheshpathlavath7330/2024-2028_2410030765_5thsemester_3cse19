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48640"/>
            <a:ext cx="2377440" cy="2377440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0" y="11887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Virtual Internship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- EduSkills | Curriculum by AWS Academy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832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Mahesh Pathlavath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2410030765 | Section: 3CSE19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IILM University, Greater Noida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at a Glance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74520" cy="20116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60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1371600"/>
            <a:ext cx="1874520" cy="20116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606040" y="16459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Aug-Oct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560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1874520" cy="20116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63440" y="16459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560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curriculum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20840" y="1371600"/>
            <a:ext cx="1874520" cy="20116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720840" y="16459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2560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grade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Offered by EduSkills with AICTE, Ministry of Education, via the National Internship Portal.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Mahesh Pathlavath | 2410030765 | 3CSE19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and 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749040" cy="3108960"/>
          </a:xfrm>
          <a:prstGeom prst="roundRect">
            <a:avLst>
              <a:gd name="adj" fmla="val 3529"/>
            </a:avLst>
          </a:prstGeom>
          <a:solidFill>
            <a:srgbClr val="F4F7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AICTE to build industry-ready skills under the vision "Nation Building Through Skills".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virtual internships in cloud, AI and cybersecurity with industry partners; this one uses the AWS Academy curriculum.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73736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cloud computing concepts and models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core AWS compute, storage, database and networking services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security and the shared responsibility model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scalability, availability and cost management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Mahesh Pathlavath | 2410030765 | 3CSE19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and Tools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1097280" cy="109728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EC2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59152" y="1554480"/>
            <a:ext cx="1097280" cy="109728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359152" y="15544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176272" y="2788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86784" y="1554480"/>
            <a:ext cx="1097280" cy="109728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986784" y="15544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803904" y="2788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14416" y="1554480"/>
            <a:ext cx="1097280" cy="109728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14416" y="15544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VPC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431536" y="2788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242048" y="1554480"/>
            <a:ext cx="1097280" cy="109728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42048" y="15544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IAM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059168" y="2788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566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platform: Amazon Web Services (AWS) | Curriculum: AWS Academy Cloud Foundations | Access: AWS Management Console on Windows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Mahesh Pathlavath | 2410030765 | 3CSE19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Architecture Studied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0B25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Layer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servers running applications (Amazon EC2)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1C4A7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3172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and Database Layer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and managed databases (S3, RDS)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2F6DA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38328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and Security Layer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networks and access controls (VPC, IAM)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compute, data and security makes solutions easier to scale and secure.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8-Week Plan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74520" cy="26517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basics, service and deployment models, AWS global infrastructure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1874520" cy="26517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0" y="1554480"/>
            <a:ext cx="502920" cy="502920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3-4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6060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services: compute, storage and databases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1874520" cy="26517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554480"/>
            <a:ext cx="502920" cy="502920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006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5-6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6060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Networking, security, IAM, shared responsibility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0840" y="1371600"/>
            <a:ext cx="1874520" cy="26517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0" y="1554480"/>
            <a:ext cx="502920" cy="502920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7-8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26060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availability, pricing, assessment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Mahesh Pathlavath | 2410030765 | 3CSE19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and Certificate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understanding of cloud computing and the AWS ecosystem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Familiarity with core AWS services and use cases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of cloud security, scalability and cost management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future cloud certifications and projects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with Outstanding (O) grade</a:t>
            </a:r>
            <a:endParaRPr lang="en-US" sz="1500" dirty="0"/>
          </a:p>
        </p:txBody>
      </p:sp>
      <p:pic>
        <p:nvPicPr>
          <p:cNvPr id="4" name="Image 0" descr="/home/claude/cert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457200"/>
            <a:ext cx="2788920" cy="39410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ID: 488b87783449cbb69704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Mahesh Pathlavath | 2410030765 | 3CSE19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2026-09-30T13:30:12Z</dcterms:created>
  <dcterms:modified xsi:type="dcterms:W3CDTF">2026-09-30T13:30:12Z</dcterms:modified>
</cp:coreProperties>
</file>