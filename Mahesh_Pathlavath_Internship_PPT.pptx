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4572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0" b="1" dirty="0">
                <a:solidFill>
                  <a:srgbClr val="14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 PROGRAMMING INTERNSHIP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|  Thiranex — Skill Development &amp; Future Tech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3886200"/>
            <a:ext cx="201168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60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Mahesh Pathlavath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2410030765   |   B.Tech CSE, IILM University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07 Aug 2026 – 06 Sept 2026</a:t>
            </a:r>
            <a:endParaRPr lang="en-US" sz="1400" dirty="0"/>
          </a:p>
        </p:txBody>
      </p:sp>
      <p:pic>
        <p:nvPicPr>
          <p:cNvPr id="8" name="Image 0" descr="/home/claude/tpl/unpacked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365760"/>
            <a:ext cx="868680" cy="8412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Organization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280160" cy="12801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1998878"/>
            <a:ext cx="665683" cy="6656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063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Thiranex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3429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Development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Tech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68880" y="1554480"/>
            <a:ext cx="9052560" cy="4023360"/>
          </a:xfrm>
          <a:prstGeom prst="roundRect">
            <a:avLst>
              <a:gd name="adj" fmla="val 2273"/>
            </a:avLst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2834640" y="1874520"/>
            <a:ext cx="8412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is a skill development and future technology-focused organization offering structured internship and training programs.</a:t>
            </a:r>
            <a:endParaRPr lang="en-US" sz="1400" dirty="0"/>
          </a:p>
          <a:p>
            <a:pPr algn="l"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programs are designed to bridge the gap between academic learning and industry expectations through practical, project-based training in programming, software development, and emerging technologies.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is recognized under the Ministry of MSME, Government of India, and includes a verified certificate of completion for every intern.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Programming Internship  |  Thiranex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685800" cy="68580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/home/claude/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391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one-month internship in C++ Programming at Thiranex, from 07 Aug to 06 Sept 2026, providing hands-on exposure to the language and industry-relevant coding practices. A representative console-based application, a Student Result Management System, was built to apply the concepts learned.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874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0391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269748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students hold theoretical programming knowledge but lack practical experience applying it. A structured, guided environment was needed to practice fundamental and object-oriented C++ concepts through real coding exercises and a small end-to-end application.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Programming Internship  |  Thiranex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Internship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cons/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182770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64208"/>
            <a:ext cx="9875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fundamental and advanced concepts of C++ programming.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587752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8" name="Image 1" descr="/home/claude/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2723815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560320"/>
            <a:ext cx="9875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writing, debugging, and optimizing C++ code.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348386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2" descr="/home/claude/icons/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3619927"/>
            <a:ext cx="294803" cy="29480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456432"/>
            <a:ext cx="9875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object-oriented programming (OOP) principles in a practical application.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40080" y="4379976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4" name="Image 3" descr="/home/claude/icons/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4516039"/>
            <a:ext cx="294803" cy="29480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4352544"/>
            <a:ext cx="9875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functional console-based system using C++.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40080" y="52760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4" descr="/home/claude/icons/bulls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5412151"/>
            <a:ext cx="294803" cy="29480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17320" y="5248656"/>
            <a:ext cx="9875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foundation for further learning in software development and data structures.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Programming Internship  |  Thiranex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EAF9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C++ language fundamentals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design (classes, inheritance, polymorphism)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for basic data persistence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 use of the Standard Template Library (STL)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BEDEC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74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1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3774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interfaces (GUI)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and client-server communication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connectivity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Advanced/multithreaded systems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Programming Internship  |  Thiranex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41B4D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(C++11/14 Standard)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41B4D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920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 / Compiler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4231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G++, Code::Blocks, VS Code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17373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41B4D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920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21040" y="24231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OOP, STL, File Handling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749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41B4D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31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4348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749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41B4D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931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44348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92440" y="3749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41B4D"/>
          </a:solidFill>
          <a:ln w="9525">
            <a:solidFill>
              <a:srgbClr val="00C2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931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Practice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44348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Console-based Application Design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Programming Internship  |  Thiranex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RESULT MANAGEMENT SYSTEM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32720" y="32004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" name="Image 0" descr="/home/claud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5366" y="462686"/>
            <a:ext cx="309067" cy="30906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80160" y="1828800"/>
            <a:ext cx="96012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1600200" y="19385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/ Output Layer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395728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interaction with the user through the console menu.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 rot="10800000">
            <a:off x="5897880" y="3081528"/>
            <a:ext cx="274320" cy="182880"/>
          </a:xfrm>
          <a:prstGeom prst="triangle">
            <a:avLst/>
          </a:prstGeom>
          <a:solidFill>
            <a:srgbClr val="5B6178"/>
          </a:solidFill>
          <a:ln/>
        </p:spPr>
      </p:sp>
      <p:sp>
        <p:nvSpPr>
          <p:cNvPr id="10" name="Shape 7"/>
          <p:cNvSpPr/>
          <p:nvPr/>
        </p:nvSpPr>
        <p:spPr>
          <a:xfrm>
            <a:off x="1280160" y="3337560"/>
            <a:ext cx="9601200" cy="1234440"/>
          </a:xfrm>
          <a:prstGeom prst="roundRect">
            <a:avLst>
              <a:gd name="adj" fmla="val 5926"/>
            </a:avLst>
          </a:prstGeom>
          <a:solidFill>
            <a:srgbClr val="334BA8"/>
          </a:solidFill>
          <a:ln/>
        </p:spPr>
      </p:sp>
      <p:sp>
        <p:nvSpPr>
          <p:cNvPr id="11" name="Text 8"/>
          <p:cNvSpPr/>
          <p:nvPr/>
        </p:nvSpPr>
        <p:spPr>
          <a:xfrm>
            <a:off x="1600200" y="34472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Logic Layer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00200" y="3904488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encapsulating student records, marks calculation, and grading logic using OOP principles.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 rot="10800000">
            <a:off x="5897880" y="4590288"/>
            <a:ext cx="274320" cy="182880"/>
          </a:xfrm>
          <a:prstGeom prst="triangle">
            <a:avLst/>
          </a:prstGeom>
          <a:solidFill>
            <a:srgbClr val="5B6178"/>
          </a:solidFill>
          <a:ln/>
        </p:spPr>
      </p:sp>
      <p:sp>
        <p:nvSpPr>
          <p:cNvPr id="14" name="Shape 11"/>
          <p:cNvSpPr/>
          <p:nvPr/>
        </p:nvSpPr>
        <p:spPr>
          <a:xfrm>
            <a:off x="1280160" y="4846320"/>
            <a:ext cx="9601200" cy="1234440"/>
          </a:xfrm>
          <a:prstGeom prst="roundRect">
            <a:avLst>
              <a:gd name="adj" fmla="val 5926"/>
            </a:avLst>
          </a:prstGeom>
          <a:solidFill>
            <a:srgbClr val="00C2A8"/>
          </a:solidFill>
          <a:ln/>
        </p:spPr>
      </p:sp>
      <p:sp>
        <p:nvSpPr>
          <p:cNvPr id="15" name="Text 12"/>
          <p:cNvSpPr/>
          <p:nvPr/>
        </p:nvSpPr>
        <p:spPr>
          <a:xfrm>
            <a:off x="1600200" y="4956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Storage Layer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600200" y="5413248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module that reads from and writes student records to a data file for persistence.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Programming Internship  |  Thiranex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LEARNING PLAN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3063240"/>
            <a:ext cx="10332720" cy="0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04822" y="286207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04822" y="2862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71550" y="13258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8710" y="14356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08710" y="178308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fundamentals — syntax, data types, control structures, and functions.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88002" y="286207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8002" y="2862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54730" y="347472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1890" y="35844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91890" y="393192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— classes, objects, inheritance, and polymorphism.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71182" y="286207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1182" y="2862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37910" y="13258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5070" y="14356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75070" y="178308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strings, pointers, dynamic memory, and an introduction to STL.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754362" y="286207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54362" y="2862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721090" y="347472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58250" y="35844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58250" y="393192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development of the Student Result Management System; testing and debugging.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Programming Internship  |  Thiranex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&amp; 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13238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3977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console-based application demonstrating core C++ and OOP concepts.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26480" y="17830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141B4D"/>
          </a:solidFill>
          <a:ln/>
        </p:spPr>
      </p:sp>
      <p:sp>
        <p:nvSpPr>
          <p:cNvPr id="9" name="Shape 6"/>
          <p:cNvSpPr/>
          <p:nvPr/>
        </p:nvSpPr>
        <p:spPr>
          <a:xfrm>
            <a:off x="6355080" y="201168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0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781" y="2132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965960"/>
            <a:ext cx="3977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proficiency in writing clean, efficient, well-structured C++ code.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85800" y="39319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141B4D"/>
          </a:solidFill>
          <a:ln/>
        </p:spPr>
      </p:sp>
      <p:sp>
        <p:nvSpPr>
          <p:cNvPr id="13" name="Shape 9"/>
          <p:cNvSpPr/>
          <p:nvPr/>
        </p:nvSpPr>
        <p:spPr>
          <a:xfrm>
            <a:off x="914400" y="416052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4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428122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114800"/>
            <a:ext cx="3977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logical thinking, debugging ability, and problem-solving skills.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126480" y="393192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141B4D"/>
          </a:solidFill>
          <a:ln/>
        </p:spPr>
      </p:sp>
      <p:sp>
        <p:nvSpPr>
          <p:cNvPr id="17" name="Shape 12"/>
          <p:cNvSpPr/>
          <p:nvPr/>
        </p:nvSpPr>
        <p:spPr>
          <a:xfrm>
            <a:off x="6355080" y="416052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8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781" y="428122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4114800"/>
            <a:ext cx="3977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stronger foundation for future coursework in data structures and software development.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Programming Internship  |  Thiranex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Completion Certificate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ACHIEVEMENT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331720" y="1600200"/>
            <a:ext cx="74980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pic>
        <p:nvPicPr>
          <p:cNvPr id="5" name="Image 0" descr="/home/claude/certimg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783080"/>
            <a:ext cx="7132320" cy="3794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Programming Internship  |  Thiranex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371600" y="4572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0" b="1" dirty="0">
                <a:solidFill>
                  <a:srgbClr val="141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8778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in C++ Programming at Thiranex strengthened both theoretical knowledge and practical programming skills, building a strong foundation in C++ and OOP for future academic projects and a career in software development.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" y="4023360"/>
            <a:ext cx="201168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519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Mahesh Pathlavath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2410030765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ID: THX-AUG0726-226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394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2026-09-07T04:54:42Z</dcterms:created>
  <dcterms:modified xsi:type="dcterms:W3CDTF">2026-09-07T04:54:42Z</dcterms:modified>
</cp:coreProperties>
</file>